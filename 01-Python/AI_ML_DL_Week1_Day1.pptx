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27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"/>
            <a:ext cx="9144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45720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457200"/>
            <a:ext cx="2743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1 - Day 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Python Fundamentals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- Prime Minister's Hunarmand Pakistan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of Artificial Intelligence and its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difference between AI, Machine Learning, and Deep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real-world AI applications across various industries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Python development environment (Anaconda, VSCode, PyCharm)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Python basic syntax, variables, and data types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17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Python programs and execute them successfully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5F5F5"/>
          </a:solidFill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925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of human intelligence processes by machines, especially computer systems. These processes include learning, reasoning, problem-solving, perception, and language understanding.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 of AI: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acquire and apply knowledge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32004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65176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4389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inferences and making decisions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4389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solutions to complex challenges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32004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85800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4389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sensory data (vision, speech)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72F825D-B426-2014-BDB5-36626A4F5526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  <a:solidFill>
              <a:srgbClr val="1E276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457200" y="9144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vs Machine Learning vs Deep Learning</a:t>
              </a:r>
              <a:endParaRPr lang="en-US" sz="36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1737360" y="731520"/>
              <a:ext cx="5372100" cy="4411980"/>
            </a:xfrm>
            <a:prstGeom prst="ellipse">
              <a:avLst/>
            </a:prstGeom>
            <a:solidFill>
              <a:srgbClr val="E3F2FD">
                <a:alpha val="70000"/>
              </a:srgbClr>
            </a:solidFill>
            <a:ln w="38100">
              <a:solidFill>
                <a:srgbClr val="1E2761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141220" y="91440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ARTIFICIAL INTELLIGENCE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141220" y="1280160"/>
              <a:ext cx="45720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 concept of machines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being able to carry out tasks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a 'smart' way</a:t>
              </a:r>
              <a:endParaRPr lang="en-US" sz="13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415540" y="1920240"/>
              <a:ext cx="4023360" cy="3200400"/>
            </a:xfrm>
            <a:prstGeom prst="ellipse">
              <a:avLst/>
            </a:prstGeom>
            <a:solidFill>
              <a:srgbClr val="BBDEFB">
                <a:alpha val="80000"/>
              </a:srgbClr>
            </a:solidFill>
            <a:ln w="38100">
              <a:solidFill>
                <a:srgbClr val="1976D2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781300" y="210312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LEARNING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781300" y="2423160"/>
              <a:ext cx="32918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Subset of AI that uses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statistical methods to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 machines to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 with experience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147060" y="3200400"/>
              <a:ext cx="2560320" cy="1828800"/>
            </a:xfrm>
            <a:prstGeom prst="ellipse">
              <a:avLst/>
            </a:prstGeom>
            <a:solidFill>
              <a:srgbClr val="64B5F6">
                <a:alpha val="80000"/>
              </a:srgbClr>
            </a:solidFill>
            <a:ln w="38100">
              <a:solidFill>
                <a:srgbClr val="0D47A1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329940" y="3383280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D47A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LEARNING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329940" y="3749040"/>
              <a:ext cx="21945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Subset of ML using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neural networks with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multiple layers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" y="658368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AI/ML/DL Course - Week 1 Day 1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503920" y="658368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Artificial Intelligence</a:t>
            </a:r>
            <a:endParaRPr lang="en-US" sz="3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BFA6B9-5FE0-EBC0-EB4A-3CBD62CA5230}"/>
              </a:ext>
            </a:extLst>
          </p:cNvPr>
          <p:cNvGrpSpPr/>
          <p:nvPr/>
        </p:nvGrpSpPr>
        <p:grpSpPr>
          <a:xfrm>
            <a:off x="457200" y="594360"/>
            <a:ext cx="8412480" cy="5943600"/>
            <a:chOff x="457200" y="914400"/>
            <a:chExt cx="8412480" cy="5943600"/>
          </a:xfrm>
        </p:grpSpPr>
        <p:sp>
          <p:nvSpPr>
            <p:cNvPr id="4" name="Text 2"/>
            <p:cNvSpPr/>
            <p:nvPr/>
          </p:nvSpPr>
          <p:spPr>
            <a:xfrm>
              <a:off x="457200" y="91440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Based on Capabilities:</a:t>
              </a:r>
              <a:endParaRPr lang="en-US" sz="2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2000" y="91440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Based on Functionality:</a:t>
              </a:r>
              <a:endParaRPr lang="en-US" sz="2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463040"/>
              <a:ext cx="3657600" cy="1188720"/>
            </a:xfrm>
            <a:prstGeom prst="rect">
              <a:avLst/>
            </a:prstGeom>
            <a:solidFill>
              <a:srgbClr val="F5F5F5"/>
            </a:solidFill>
            <a:ln w="38100">
              <a:solidFill>
                <a:srgbClr val="4CAF50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640080" y="1600200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Narrow AI (Weak AI)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196596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Designed for specific tasks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Examples: Siri, Alexa, Chess AI</a:t>
              </a:r>
              <a:endParaRPr lang="en-US" sz="13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2834640"/>
              <a:ext cx="3657600" cy="1188720"/>
            </a:xfrm>
            <a:prstGeom prst="rect">
              <a:avLst/>
            </a:prstGeom>
            <a:solidFill>
              <a:srgbClr val="F5F5F5"/>
            </a:solidFill>
            <a:ln w="38100">
              <a:solidFill>
                <a:srgbClr val="FF98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2971800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 AI (Strong AI)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333756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Human-like intelligence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 understand and learn any task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57200" y="4206240"/>
              <a:ext cx="3657600" cy="1188720"/>
            </a:xfrm>
            <a:prstGeom prst="rect">
              <a:avLst/>
            </a:prstGeom>
            <a:solidFill>
              <a:srgbClr val="F5F5F5"/>
            </a:solidFill>
            <a:ln w="38100">
              <a:solidFill>
                <a:srgbClr val="F44336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40080" y="4343400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Super AI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" y="470916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Surpasses human intelligence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Theoretical concept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72000" y="1463040"/>
              <a:ext cx="411480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754880" y="155448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Reactive Machines</a:t>
              </a:r>
              <a:endParaRPr lang="en-US" sz="15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754880" y="187452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memory, purely reactive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Example: Deep Blue (chess)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0" y="2514600"/>
              <a:ext cx="411480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754880" y="26060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Limited Memory</a:t>
              </a:r>
              <a:endParaRPr lang="en-US" sz="15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54880" y="292608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Uses past experience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Example: Self-driving cars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0" y="3520440"/>
              <a:ext cx="411480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754880" y="365760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Theory of Mind</a:t>
              </a:r>
              <a:endParaRPr lang="en-US" sz="15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54880" y="397764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Understands emotions (future)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Social interaction capabilities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72000" y="4503420"/>
              <a:ext cx="411480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D4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754880" y="456057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Self-Aware AI</a:t>
              </a:r>
              <a:endParaRPr lang="en-US" sz="15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54880" y="480060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Conscious machines (future)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Self-awareness and emotions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658368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AI/ML/DL Course - Week 1 Day 1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503920" y="658368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Applications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7432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 Drug discovery, Medical imaging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685800"/>
            <a:ext cx="27432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868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cars, Traffic prediction, Route optimization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685800"/>
            <a:ext cx="27432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868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Trading algorithms, Credit scoring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0540" y="3002280"/>
            <a:ext cx="26898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540" y="3185160"/>
            <a:ext cx="26898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6308" y="3825240"/>
            <a:ext cx="2331212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6308" y="4191000"/>
            <a:ext cx="23312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recommendations, Chatbots, Demand forecasting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36620" y="3002280"/>
            <a:ext cx="26898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6620" y="3185160"/>
            <a:ext cx="26898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612388" y="3825240"/>
            <a:ext cx="2331212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2388" y="4191000"/>
            <a:ext cx="23312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recommendations, Game AI, Content creation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588" y="3002280"/>
            <a:ext cx="26898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588" y="3185160"/>
            <a:ext cx="26898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531356" y="3825240"/>
            <a:ext cx="2331212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1356" y="4191000"/>
            <a:ext cx="23312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control, Predictive maintenance, Robotics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Opportunities in Pakistan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Hiring AI/ML Talent: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8298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29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98298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9829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Afiniti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98298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829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Addo.ai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98298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9829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Arbisoft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57734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773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157734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5773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7734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773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Fiverivers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57734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5773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Confiz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17170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717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0" y="217170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1717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NetSol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17170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1717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Institutes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2171700"/>
            <a:ext cx="1920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1717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Startups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257876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After This Course: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48640" y="317312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17312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12740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Associate Engineer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367604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67604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363032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Associate Analyst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8640" y="417896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17896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13324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Data Analyst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48640" y="468188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68188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636162"/>
            <a:ext cx="20362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674658" y="4563164"/>
            <a:ext cx="33886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570923" y="4549525"/>
            <a:ext cx="33886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Starting Salary: PKR 50,000 - 100,000/month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 &amp;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Months | 4 Hours/Day | Theory: 20% | Practical: 80%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891540"/>
            <a:ext cx="137160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15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891540"/>
            <a:ext cx="66751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8915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&amp; OOP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68780"/>
            <a:ext cx="1371600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87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668780"/>
            <a:ext cx="66751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6687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NumPy, Pandas, Visualization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46020"/>
            <a:ext cx="1371600" cy="5486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460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2446020"/>
            <a:ext cx="66751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4460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NLP Basics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23260"/>
            <a:ext cx="1371600" cy="5486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232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11680" y="3223260"/>
            <a:ext cx="66751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32232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(CNN, RNN, LSTM)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00500"/>
            <a:ext cx="1371600" cy="54864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005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4000500"/>
            <a:ext cx="667512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40005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Microsoft Azure 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2622" y="4549140"/>
            <a:ext cx="3692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You'll Master: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3161" y="4864137"/>
            <a:ext cx="74439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NumPy • Pandas • Matplotlib • Scikit-learn • TensorFlow • PyTorch • Keras • Azure AI</a:t>
            </a:r>
            <a:endParaRPr lang="en-US" sz="1400" b="1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Development Environment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6394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6246"/>
            <a:ext cx="274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41148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distribution with 250+ packages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115568"/>
            <a:ext cx="22860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948690"/>
            <a:ext cx="1005840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94869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43075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96187"/>
            <a:ext cx="274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1992249"/>
            <a:ext cx="41148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powerful code editor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992249"/>
            <a:ext cx="22860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1825371"/>
            <a:ext cx="1005840" cy="23774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825371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11755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1216"/>
            <a:ext cx="274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Community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2860929"/>
            <a:ext cx="41148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Python 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860929"/>
            <a:ext cx="22860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jetbrains.com/pycharm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694051"/>
            <a:ext cx="1005840" cy="23774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694051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55289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17852"/>
            <a:ext cx="274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3704463"/>
            <a:ext cx="41148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704463"/>
            <a:ext cx="22860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pytorch.org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3537585"/>
            <a:ext cx="1005840" cy="23774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53758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046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79060"/>
            <a:ext cx="274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564220"/>
            <a:ext cx="41148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ML framework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4564220"/>
            <a:ext cx="22860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tensorflow.org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4397342"/>
            <a:ext cx="1005840" cy="23774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439734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7308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for AI &amp; Machine Learning?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Libraries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Scikit-learn, TensorFlow, PyTorch - everything you need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syntax, readable code, great for beginners and experts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Community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developers, extensive documentation, active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prototyping, testing, and deployment of AI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6616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data analysis, automation, AI/ML - all in one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27432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922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Facebook, Netflix, NASA, and thousands more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04118" y="731520"/>
            <a:ext cx="3419395" cy="3886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512678" y="731520"/>
            <a:ext cx="3419395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- The Language of AI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20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-1600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Fundamentals: Variables &amp; Data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0514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Variable?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25480" y="91270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container for storing data values. Think of it as a labeled box where you can put information and retrieve it later.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7729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Assignment Examples: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575083"/>
            <a:ext cx="3931920" cy="13716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79" y="1712243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Numbers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1.5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 = 6.3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93922" y="1598499"/>
            <a:ext cx="3931918" cy="13716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4876802" y="1696035"/>
            <a:ext cx="3566158" cy="1228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"Ahmed"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= "AI/ML"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'Lahore'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6240" y="299287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Types in Python: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8159" y="3436459"/>
            <a:ext cx="803909" cy="36576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050" y="342519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59229" y="3418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85362" y="34213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-10, 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8160" y="3807142"/>
            <a:ext cx="803909" cy="365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9050" y="37415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43989" y="3736773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0122" y="3751417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-0.5, 2.0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8160" y="4170045"/>
            <a:ext cx="803909" cy="4572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8160" y="4184332"/>
            <a:ext cx="803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3989" y="40914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Text/String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3922" y="4150036"/>
            <a:ext cx="3184520" cy="400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"Hello", 'Python'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8160" y="4538654"/>
            <a:ext cx="803909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5770" y="4548500"/>
            <a:ext cx="8039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43989" y="4535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0122" y="450137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6240" y="510128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742125" cy="229155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9494" y="105156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9494" y="105156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05156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+ 3 = 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189" y="160020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60020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10 - 4 = 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14884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4 = 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69748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69748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 = 5.0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24612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24612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3 = 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594360"/>
            <a:ext cx="3742125" cy="229155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46320" y="105156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05156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105156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105156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5 → True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60020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60020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160020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160020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 → True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14884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14884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77840" y="214884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214884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&gt; 3 → True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269748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269748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77840" y="269748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269748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&lt; 5 → True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246120"/>
            <a:ext cx="498950" cy="257799"/>
          </a:xfrm>
          <a:prstGeom prst="rect">
            <a:avLst/>
          </a:prstGeom>
          <a:solidFill>
            <a:srgbClr val="00D4FF"/>
          </a:solidFill>
          <a:ln/>
        </p:spPr>
        <p:txBody>
          <a:bodyPr anchor="t" anchorCtr="0"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246120"/>
            <a:ext cx="4989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77840" y="3246120"/>
            <a:ext cx="1247375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Greater/Equal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32320" y="3246120"/>
            <a:ext cx="1496850" cy="257799"/>
          </a:xfrm>
          <a:prstGeom prst="rect">
            <a:avLst/>
          </a:prstGeom>
          <a:noFill/>
          <a:ln/>
        </p:spPr>
        <p:txBody>
          <a:bodyPr wrap="square" rtlCol="0" anchor="t" anchorCtr="0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5 → True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8845" y="34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Example: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90349" y="3728677"/>
            <a:ext cx="8229600" cy="163708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8" name="Text 46"/>
          <p:cNvSpPr/>
          <p:nvPr/>
        </p:nvSpPr>
        <p:spPr>
          <a:xfrm>
            <a:off x="573229" y="3820118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area of a rectangle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= 10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= 5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= length * width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print(f"The area is {area}")  # Output: The area is 50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if number is positive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15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 err="1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is_positive</a:t>
            </a: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num &gt; 0  # True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 in Python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61042" y="69215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 of characters used to store text. You can use single ('...') or double quotes ("...").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3358" y="107073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Strings: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3358" y="1371946"/>
            <a:ext cx="82296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Text 6"/>
          <p:cNvSpPr/>
          <p:nvPr/>
        </p:nvSpPr>
        <p:spPr>
          <a:xfrm>
            <a:off x="636238" y="146795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"Ahmed Ali"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'Welcome to AI Course'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multiline = """This is 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multi-line string"""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3358" y="225522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String Operations: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3358" y="2527586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238" y="261095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238" y="285784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+ " " + last → "Ahmed Ali"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974470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2019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26707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"AI" * 3 → "AIAIAI"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3358" y="3139638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238" y="318535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238" y="343224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len("Python") → 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3551561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97281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Upper/Lower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844169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name.upper() → "AHMED"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3358" y="3715787"/>
            <a:ext cx="3931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238" y="3761507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238" y="3990107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text.replace("old", "new") → new 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919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Example: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3358" y="4565229"/>
            <a:ext cx="7388198" cy="6945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636238" y="4777739"/>
            <a:ext cx="6828801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 "Hello"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"Student"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greeting + ", " + name + "!"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print(message)  # Output: Hello, Student!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&amp; Type Casting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629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User Input: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77121"/>
            <a:ext cx="8229600" cy="822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1421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input("Enter your name: ")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" + name)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input() always returns a string!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2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(Converting Data Types):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83202"/>
            <a:ext cx="6427694" cy="232706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79095"/>
            <a:ext cx="1000845" cy="21988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3482"/>
            <a:ext cx="1000845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179096"/>
            <a:ext cx="2335306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integer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179096"/>
            <a:ext cx="2201860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int("42") → 42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25983"/>
            <a:ext cx="6865684" cy="232706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436" y="2747535"/>
            <a:ext cx="1000845" cy="20242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21876"/>
            <a:ext cx="1000845" cy="236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2756263"/>
            <a:ext cx="2335306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float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790649"/>
            <a:ext cx="2201860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float("3.14") → 3.14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199" y="3315973"/>
            <a:ext cx="6535271" cy="219883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41270"/>
            <a:ext cx="1000845" cy="20242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67816"/>
            <a:ext cx="1000845" cy="18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3333430"/>
            <a:ext cx="2335306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string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333430"/>
            <a:ext cx="2201860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str(100) → "100"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71144"/>
            <a:ext cx="6535270" cy="241879"/>
          </a:xfrm>
          <a:prstGeom prst="rect">
            <a:avLst/>
          </a:prstGeom>
          <a:solidFill>
            <a:srgbClr val="F5F5F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93140"/>
            <a:ext cx="1000845" cy="20242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58754"/>
            <a:ext cx="1000845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3910597"/>
            <a:ext cx="2335306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boolean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910597"/>
            <a:ext cx="2201860" cy="20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bool(1) → True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939" y="411302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Example: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1436" y="4416253"/>
            <a:ext cx="82296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634316" y="4507693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age_str = input("Enter your age: ")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int(age_str)  # Convert string to integer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print(f"Next year you will be {age + 1} years old")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80360" y="567466"/>
            <a:ext cx="8229600" cy="32004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Comments?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560" y="834678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182880" bIns="274320" rtlCol="0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Explain complex code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560" y="1246158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182880" bIns="274320" rtlCol="0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Help other developers understand your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560" y="1657638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182880" bIns="274320" rtlCol="0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Document functions and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7560" y="2069118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182880" bIns="274320" rtlCol="0" anchor="t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Temporarily disable code during debugging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8780" y="2251710"/>
            <a:ext cx="8229600" cy="32004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Comments: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8780" y="2708910"/>
            <a:ext cx="3931920" cy="27432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Single-line Comments (use #)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8780" y="3074670"/>
            <a:ext cx="3931920" cy="9144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tIns="0" bIns="0" anchor="t" anchorCtr="0">
            <a:noAutofit/>
          </a:bodyPr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1660" y="3166110"/>
            <a:ext cx="3566160" cy="73152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is a single-line comment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# This is also a comment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Comments are ignored by 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6460" y="2708910"/>
            <a:ext cx="3931920" cy="27432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Multi-line Comments (use """...""")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16460" y="3074670"/>
            <a:ext cx="3931920" cy="9144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tIns="0" bIns="0" anchor="t" anchorCtr="0">
            <a:noAutofit/>
          </a:bodyPr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9340" y="3166110"/>
            <a:ext cx="3566160" cy="731520"/>
          </a:xfrm>
          <a:prstGeom prst="rect">
            <a:avLst/>
          </a:prstGeom>
          <a:noFill/>
          <a:ln/>
        </p:spPr>
        <p:txBody>
          <a:bodyPr wrap="square" tIns="0" bIns="0" rtlCol="0" anchor="t" anchorCtr="0">
            <a:no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multi-line comment.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can span multiple lines.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for documentation.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8780" y="399022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1660" y="4401702"/>
            <a:ext cx="3263409" cy="230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Keep comments short and relevant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660" y="4723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Update comments when you update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90642" y="4395412"/>
            <a:ext cx="5399570" cy="199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clear, descriptive variable names instead of excessive comments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9921" y="4766645"/>
            <a:ext cx="4634307" cy="199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state the obvious (avoid: x = 5  # assign 5 to x)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8780" y="5072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Python Program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Classic 'Hello World'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601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Program: Add Two Numbers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46196"/>
            <a:ext cx="8229600" cy="1701247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66080"/>
            <a:ext cx="7863840" cy="1458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program adds two numbers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1.5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 = 6.3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two numbers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num1 + num2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the sum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print(f'The sum of {num1} and {num2} is {sum}')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3016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721172"/>
            <a:ext cx="82296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924" y="37261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sum of 1.5 and 6.3 is 7.8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376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Program: Temperature Converter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420815"/>
            <a:ext cx="8229600" cy="822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12255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 = 37.5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 = (celsius * 1.8) + 32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print(f'{celsius}°C = {fahrenheit}°F')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37.5°C = 99.5°F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43775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Practice Tasks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95728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Tasks (from Course Annexure-I):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3726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74420"/>
            <a:ext cx="9144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44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0287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Installation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3487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Anaconda, VSCode, PyCharm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12014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1201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 mins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0594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43100"/>
            <a:ext cx="9144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431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18973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Program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22174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adds two numbers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198882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9888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10 mins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811780"/>
            <a:ext cx="9144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117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27660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30861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input from user and add two numbers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85750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8575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15 mins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4330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0460"/>
            <a:ext cx="9144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804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6347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39547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display square root of a number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372618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7261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15 mins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1198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549140"/>
            <a:ext cx="9144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491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737360" y="45034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37360" y="48234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Celsius to Fahrenheit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4594860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45948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15 mins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177790"/>
            <a:ext cx="7315200" cy="457200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17779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💡 Complete all tasks in your Jupyter Notebook and save them!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 Real-World AI Applications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65391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9107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38543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 Engine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79691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9691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Machine 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6267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viewing patterns to suggest shows you'll love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65391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79107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138543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0" y="179691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79691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Deep Learning + Computer Vision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16267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technology using neural networks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65391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79107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46520" y="138543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179691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79691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NLP + Neural Networks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216267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100+ languages using 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3135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6851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94360" y="376287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Discover Weekly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417435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7435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Collaborative Filtering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54011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music recommendations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03135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316851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3520440" y="376287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Alexa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0" y="417435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17435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Speech Recognition + NLP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0440" y="454011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understanding natural language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031351"/>
            <a:ext cx="2560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16851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6446520" y="376287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Filters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583680" y="4174351"/>
            <a:ext cx="21945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4174351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Image Processing + CNN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4540111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detection and AR effects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57662" y="5134471"/>
            <a:ext cx="6400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1414631" y="5088751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learning the same tools used by these companies! 🚀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4320" y="571192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Summary - What We Learned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importance of Artificial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AI, Machine Learning, and Deep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830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AI: Narrow, General, and Super 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88820"/>
            <a:ext cx="822960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888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244602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003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in Pakistan (Careem, Afiniti, etc.)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6606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203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paths: AI Engineer, ML Analyst, Data Analyst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086100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403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across industries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23260"/>
            <a:ext cx="822960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232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686319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40599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 (int, float, str, bool)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006359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60639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Arithmetic and Comparison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326399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280679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 and manipulation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646439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600719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and type casting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966479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920759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code documentation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519507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Course - Week 1 Day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6583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>
              <a:alpha val="6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14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Next Class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685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Homework for Tonight: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02467" y="126198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2467" y="126904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889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 3-10 from Annexure-I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07654" y="1614775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1107654" y="1573905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53171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at least 5 different Python programs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7654" y="1929641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07654" y="19296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18129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Python basics tutorial (link in Jupyter Notebook)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240472"/>
            <a:ext cx="228600" cy="2286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2404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490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 required software if not done in class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63194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Next Class (Day 2):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8124" y="3084767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Lists, Tuples, Dictionaries, and Sets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486047"/>
            <a:ext cx="3380975" cy="640080"/>
          </a:xfrm>
          <a:prstGeom prst="rect">
            <a:avLst/>
          </a:prstGeom>
          <a:pattFill prst="dashUpDiag">
            <a:fgClr>
              <a:schemeClr val="accent2">
                <a:lumMod val="40000"/>
                <a:lumOff val="60000"/>
              </a:schemeClr>
            </a:fgClr>
            <a:bgClr>
              <a:schemeClr val="accent3">
                <a:lumMod val="40000"/>
                <a:lumOff val="60000"/>
              </a:schemeClr>
            </a:bgClr>
          </a:pattFill>
          <a:ln/>
        </p:spPr>
      </p:sp>
      <p:sp>
        <p:nvSpPr>
          <p:cNvPr id="20" name="Text 18"/>
          <p:cNvSpPr/>
          <p:nvPr/>
        </p:nvSpPr>
        <p:spPr>
          <a:xfrm>
            <a:off x="-61472" y="4464892"/>
            <a:ext cx="3380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Algerian" panose="04020705040A02060702" pitchFamily="82" charset="0"/>
              </a:rPr>
              <a:t>R.A: Muhammad Huzifa 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See you in Day 2</a:t>
            </a:r>
            <a:endParaRPr lang="en-US" sz="14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E07C320C-E245-2A7C-AE9E-F9587DA81DB7}"/>
              </a:ext>
            </a:extLst>
          </p:cNvPr>
          <p:cNvSpPr/>
          <p:nvPr/>
        </p:nvSpPr>
        <p:spPr>
          <a:xfrm>
            <a:off x="1097280" y="3554418"/>
            <a:ext cx="548640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CC20E22-4C82-643E-3D4D-0C143A1BD8DA}"/>
              </a:ext>
            </a:extLst>
          </p:cNvPr>
          <p:cNvSpPr/>
          <p:nvPr/>
        </p:nvSpPr>
        <p:spPr>
          <a:xfrm>
            <a:off x="1028124" y="3551309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Practicing! Every Expert Was Once a Beginner 💪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2069</Words>
  <Application>Microsoft Office PowerPoint</Application>
  <PresentationFormat>On-screen Show (16:9)</PresentationFormat>
  <Paragraphs>459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Algerian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Vocational and Technical Training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Day 1 - Introduction to AI &amp; Python Basics</dc:title>
  <dc:subject>Artificial Intelligence, Machine Learning &amp; Deep Learning</dc:subject>
  <dc:creator>NAVTTC AI/ML Course</dc:creator>
  <cp:lastModifiedBy>Muhammad Huzifa</cp:lastModifiedBy>
  <cp:revision>3</cp:revision>
  <dcterms:created xsi:type="dcterms:W3CDTF">2026-02-13T17:08:51Z</dcterms:created>
  <dcterms:modified xsi:type="dcterms:W3CDTF">2026-02-15T21:14:53Z</dcterms:modified>
</cp:coreProperties>
</file>