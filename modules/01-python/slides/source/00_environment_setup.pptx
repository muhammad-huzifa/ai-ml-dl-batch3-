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Anaconda &amp; VS Code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5"/>
                </a:solidFill>
              </a:rPr>
              <a:t>Complete Setup Guide for Python &amp; Jupyter Notebooks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AI/ML Course - Week 1 Day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What is Anaconda?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D3748"/>
                </a:solidFill>
              </a:rPr>
              <a:t>All-in-One Python Distribution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Includes Python, Jupyter Notebook, and 250+ pre-installed packages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
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D3748"/>
                </a:solidFill>
              </a:rPr>
              <a:t>Perfect for Data Science &amp; AI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No need to install packages individually - saves hours of setup time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
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D3748"/>
                </a:solidFill>
              </a:rPr>
              <a:t>Environment Management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Create isolated environments for different projects easily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1: Download Anaconda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Visit Official Website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</a:rPr>
              <a:t>www.anaconda.com/download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Click on 'Free Download' button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Choose Your 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Windows (64-bit)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macOS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Linux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Download Size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~600 MB - may take 5-15 minutes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FFF9E6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</a:rPr>
              <a:t>⚠️ Important Notes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✓ Download the latest version (Python 3.11+)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✓ Choose the Individual Edition (Free)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✓ Stable internet connection recommended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✓ Requires ~3 GB free disk space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2: Install Anaconda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Windows Installation Steps: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1. Run the downloaded .exe file (Right-click → Run as Administrator)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2. Click 'Next' on the welcome screen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3. Read and accept the License Agreement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4. Select 'Just Me' (recommended) installation 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5. Choose installation location (default is fine: C:\Users\YourName\anaconda3)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</a:rPr>
              <a:t>6. ⚠️ IMPORTANT: Check 'Add Anaconda to PATH' (optional but recommended)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7. Click 'Install' - this will take 10-15 minutes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8. Click 'Finish' when installation completes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3: Verify Installation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Open Anaconda Prompt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Windows: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Start Menu → Anaconda3 →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Anaconda Prompt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Mac/Linux: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Open Terminal application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Check Python Version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3291840" cy="4572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E6F7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Expected Output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3657600" cy="4572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✓ Success Indicators: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Python version 3.11 or higher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No error messages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Command executes successfully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❌ If Installation Failed: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Reinstall Anaconda and ensure 'Add to PATH' is checked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4: Download VS 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Download 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1. Visit Official Site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28090"/>
                </a:solidFill>
              </a:rPr>
              <a:t>code.visualstudio.com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2. Click 'Download'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Choose your operating system: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Windows (User Installer, 64-bit)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macOS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Linux (.deb or .rpm)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3. File Size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~90 MB - quick download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FFF4E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</a:rPr>
              <a:t>Why VS Code?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✓ Lightweight &amp; Fast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Opens instantly, low system resources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✓ Excellent Jupyter Support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Run .ipynb files directly in editor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✓ Powerful Extensions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Python, Jupyter, IntelliSense support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✓ Industry Standard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Used by professional developers worldwide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5: Install VS 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Installation Steps (Windows):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1. Run the downloaded installer (.exe file)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677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2. Accept the License Agreement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1518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3. Choose installation location (default is recommended)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626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4. ✓ Check 'Add to PATH' (important!)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101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5. ✓ Check 'Create a desktop icon'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6. ✓ Check 'Register Code as an editor for supported file types'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7. Click 'Install' - takes about 2-3 minutes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525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8. Click 'Finish' and launch VS Code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6: Install Python Extension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In VS Code: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2D3748"/>
                </a:solidFill>
              </a:rPr>
              <a:t>1. Open Extensions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Click the Extensions icon (or Ctrl+Shift+X)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dirty="0">
                <a:solidFill>
                  <a:srgbClr val="2D3748"/>
                </a:solidFill>
              </a:rPr>
              <a:t>
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2D3748"/>
                </a:solidFill>
              </a:rPr>
              <a:t>2. Search for 'Python'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Type 'Python' in search bar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dirty="0">
                <a:solidFill>
                  <a:srgbClr val="2D3748"/>
                </a:solidFill>
              </a:rPr>
              <a:t>
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2D3748"/>
                </a:solidFill>
              </a:rPr>
              <a:t>3. Install Python Extension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Publisher: Microsoft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Click 'Install' button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dirty="0">
                <a:solidFill>
                  <a:srgbClr val="2D3748"/>
                </a:solidFill>
              </a:rPr>
              <a:t>
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2D3748"/>
                </a:solidFill>
              </a:rPr>
              <a:t>4. Install Jupyter Extension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Search 'Jupyter' and install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Also by Microsoft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 Required Extensions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1. Python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   (by Microsoft)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2. Jupyter</a:t>
            </a:r>
            <a:endParaRPr lang="en-US" sz="1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   (by Microsoft)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Recommended (Optional)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Pylance (Better IntelliSense)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Python Indent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autoDocstring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7: Link Anaconda to VS 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Select Python Interpreter: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1. Open VS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2. Press Ctrl+Shift+P (Windows) or Cmd+Shift+P (Mac)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53288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</a:rPr>
              <a:t>Opens Command Palette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3. Type: Python: Select Interpreter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729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4. Choose Anaconda's Python from the list: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49300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Look for: Python 3.11.x ('base': conda)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81304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Path: C:\Users\YourName\anaconda3\python.exe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13308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5. ✓ Anaconda is now linked!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2569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</a:rPr>
              <a:t>You'll see the Python version in bottom-left corner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8: Test Python File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Create a Python File: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1. Create new folder for practice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2. Open folder in VS Code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3. Create new file: test.py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4. Write code: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3566160" cy="10058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 first Python program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AI/ML World!")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print("Python is working!")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5. Run: Click ▶ button or press F5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 Expected Output: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3566160" cy="7315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AI/ML World!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is working!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Success Indicators: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Code executes without errors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Output appears in Terminal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Python version shown in terminal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931920"/>
            <a:ext cx="3566160" cy="54864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💡 Tip: Save files before running!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Use Ctrl+S (Windows) or Cmd+S (Mac)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Step 9: Test Jupyter Notebook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Create Jupyter Notebook: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1. Create new file: test.ipynb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2. VS Code will open Notebook interface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3. Select Anaconda kernel: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   Click 'Select Kernel' (top-right)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   Choose: Python 3.11.x ('base': conda)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4. Write code in first cell: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3566160" cy="5486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print("Jupyter is working!")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5. Run cell: Click ▶ or Shift+Enter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✓ Expected Output: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Jupyter is working!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D3748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Notebook Features: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Run code in cells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See output immediately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Mix code with text (Markdown)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Edit and re-run cells easily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4114800"/>
            <a:ext cx="3566160" cy="411480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4206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💡 Jupyter is perfect for data analysis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and machine learning experiments!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Managing Conda Environments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What are Environments?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</a:rPr>
              <a:t>Isolated spaces for different projects with their own packages and Python versions.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Essential Commands (Anaconda Prompt):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384048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--version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Check if conda is installed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07208"/>
            <a:ext cx="384048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52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env list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852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List all environments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91256"/>
            <a:ext cx="384048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369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myenv python=3.11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2369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Create new environment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75304"/>
            <a:ext cx="384048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210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myenv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210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Activate an environment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59352"/>
            <a:ext cx="384048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05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deactivate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005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Deactivate current environment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343400"/>
            <a:ext cx="384048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89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remove -n myenv --all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389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Delete an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Installing Libraries (Future)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Two Methods: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Method 1: Using conda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566160" cy="7315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numpy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pandas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matplotlib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Method 2: Using pip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3566160" cy="7315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74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matplotlib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📦 Pre-installed in Anaconda: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NumPy - Arrays &amp; Math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Pandas - Data Analysis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Matplotlib - Plotting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✓ SciPy - Scientific Computing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💡 Best Practices: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Prefer conda over pip when possible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Install in activated environment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Check if already installed first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Common Issues &amp;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7043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</a:rPr>
              <a:t>❌ Python command not found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Reinstall Anaconda with 'Add to PATH' checked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OR restart computer after installation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476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</a:rPr>
              <a:t>❌ VS Code doesn't detect Anaconda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Use Ctrl+Shift+P → Python: Select Interpreter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Manually browse to anaconda3/python.exe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2491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</a:rPr>
              <a:t>❌ Jupyter kernel not starting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Install/Reinstall Jupyter extension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Restart VS 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0215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</a:rPr>
              <a:t>❌ 'conda' not recognized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Open Anaconda Prompt (not regular Command Prompt)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Or add Anaconda to system PATH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793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</a:rPr>
              <a:t>❌ Environment activation fails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Use: conda activate base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Then create/activate your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</a:rPr>
              <a:t>✓ Final Verification Checklist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Software Installed: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Anaconda installed successfully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Python version 3.11+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VS Code installed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Python extension installed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Jupyter extension installed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3F2FD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Functionality Tested: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Python script runs (.py file)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Jupyter notebook runs (.ipynb file)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Anaconda interpreter selected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Code executes without errors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Output displays correctly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☐ Can create new environments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42976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🎉 If all checked, you're ready to start coding!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You're All Set!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What You've Accomplished: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✓ Installed Anaconda (Python + 250+ packages)</a:t>
            </a:r>
            <a:endParaRPr lang="en-US" sz="1600" dirty="0"/>
          </a:p>
          <a:p>
            <a:pPr algn="ctr" indent="0" marL="0">
              <a:lnSpc>
                <a:spcPts val="800"/>
              </a:lnSpc>
              <a:buNone/>
            </a:pPr>
            <a:endParaRPr lang="en-US" sz="16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✓ Installed VS Code (Professional code editor)</a:t>
            </a:r>
            <a:endParaRPr lang="en-US" sz="1600" dirty="0"/>
          </a:p>
          <a:p>
            <a:pPr algn="ctr" indent="0" marL="0">
              <a:lnSpc>
                <a:spcPts val="800"/>
              </a:lnSpc>
              <a:buNone/>
            </a:pPr>
            <a:endParaRPr lang="en-US" sz="16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✓ Linked Anaconda with VS Code</a:t>
            </a:r>
            <a:endParaRPr lang="en-US" sz="1600" dirty="0"/>
          </a:p>
          <a:p>
            <a:pPr algn="ctr" indent="0" marL="0">
              <a:lnSpc>
                <a:spcPts val="800"/>
              </a:lnSpc>
              <a:buNone/>
            </a:pPr>
            <a:endParaRPr lang="en-US" sz="16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✓ Tested Python scripts and Jupyter notebooks</a:t>
            </a:r>
            <a:endParaRPr lang="en-US" sz="1600" dirty="0"/>
          </a:p>
          <a:p>
            <a:pPr algn="ctr" indent="0" marL="0">
              <a:lnSpc>
                <a:spcPts val="800"/>
              </a:lnSpc>
              <a:buNone/>
            </a:pPr>
            <a:endParaRPr lang="en-US" sz="16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✓ Learned environment management basics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</a:rPr>
              <a:t>Ready to Start Your AI/ML Journey!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Anaconda &amp; VS Code Setup Guide</dc:title>
  <dc:subject>PptxGenJS Presentation</dc:subject>
  <dc:creator>NAVTTC AI/ML Course</dc:creator>
  <cp:lastModifiedBy>NAVTTC AI/ML Course</cp:lastModifiedBy>
  <cp:revision>1</cp:revision>
  <dcterms:created xsi:type="dcterms:W3CDTF">2026-02-15T21:24:13Z</dcterms:created>
  <dcterms:modified xsi:type="dcterms:W3CDTF">2026-02-15T21:24:13Z</dcterms:modified>
</cp:coreProperties>
</file>