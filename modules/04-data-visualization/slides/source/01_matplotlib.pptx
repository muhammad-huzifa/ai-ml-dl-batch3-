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73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5088636"/>
            <a:ext cx="903427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548640"/>
            <a:ext cx="2377440" cy="2377440"/>
          </a:xfrm>
          <a:prstGeom prst="ellipse">
            <a:avLst/>
          </a:prstGeom>
          <a:solidFill>
            <a:srgbClr val="1A2E42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463040"/>
            <a:ext cx="20116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1353312"/>
            <a:ext cx="201168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517904"/>
            <a:ext cx="201168" cy="2194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1408176"/>
            <a:ext cx="201168" cy="329184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/ ML / DL Professionals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30 Concepts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3063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30769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1: Foundations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Intermediate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3: AI/ML Apps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4: Advanced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511A25-8253-6241-FD21-DC5C767D6E73}"/>
              </a:ext>
            </a:extLst>
          </p:cNvPr>
          <p:cNvSpPr txBox="1"/>
          <p:nvPr/>
        </p:nvSpPr>
        <p:spPr>
          <a:xfrm>
            <a:off x="457200" y="37241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Assistant: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Huzifa</a:t>
            </a:r>
            <a:endParaRPr lang="en-US" sz="18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40E65864-76C1-67DF-3917-3C391F1E430C}"/>
              </a:ext>
            </a:extLst>
          </p:cNvPr>
          <p:cNvSpPr/>
          <p:nvPr/>
        </p:nvSpPr>
        <p:spPr>
          <a:xfrm>
            <a:off x="457200" y="41102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Sajjad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45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Matplotlib?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303520" cy="11887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73152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is Python's most popular data visualization library — like a drawing tool for your data that creates charts on screen.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5303520" cy="10058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94560"/>
            <a:ext cx="73152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Real-Life Example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visualizing a patient's heart rate over 24 hours uses a line chart — Matplotlib creates this from raw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868680"/>
            <a:ext cx="3017520" cy="23317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AI/ML Scenarios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83464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5E7A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Stock prices over time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920240"/>
            <a:ext cx="283464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5E7A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Temperature changes daily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468880"/>
            <a:ext cx="283464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5E7A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468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 test score trends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859536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⌨️  Exercise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plt.plot()   # Creates empty plot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   # Shows the plot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2 &amp;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45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&amp; Axes  •  Line Plot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219456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Figure vs Axes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566160" cy="1508760"/>
          </a:xfrm>
          <a:prstGeom prst="rect">
            <a:avLst/>
          </a:prstGeom>
          <a:solidFill>
            <a:srgbClr val="0D1B2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44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 (A4 Paper)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627632"/>
            <a:ext cx="1463040" cy="1097280"/>
          </a:xfrm>
          <a:prstGeom prst="rect">
            <a:avLst/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627632"/>
            <a:ext cx="1463040" cy="1097280"/>
          </a:xfrm>
          <a:prstGeom prst="rect">
            <a:avLst/>
          </a:prstGeom>
          <a:solidFill>
            <a:srgbClr val="1A2E4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4297680" cy="219456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Line Plot (Time Series)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Trends over 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276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🔻  Model loss during training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039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Accuracy over epochs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4505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Stock price predictions vs actual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859536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918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Concept 2: Subplots                        # Concept 3: Line Plot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plt.subplots(2, 1)             x = [1,2,3,4,5]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y = [1,4,9,16,25]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                                 plt.plot(x, y, color="blue", label="Square")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plt.title("Square Numbers"); plt.show()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4 &amp;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45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 •  Bar Plot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26060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606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86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Scatter Plot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individual data points as dots.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finding patterns &amp; relationships.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Uses: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854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results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32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checks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90779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80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identification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841248"/>
            <a:ext cx="4297680" cy="26060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841248"/>
            <a:ext cx="64008" cy="2606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886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Bar Plot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1280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bars for comparing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groups or categories.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Uses: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212848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185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ML model accuracy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560320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532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display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907792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in dataset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411480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57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plt.scatter(x, y, c="blue")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plt.title("Clustering Results")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3566160"/>
            <a:ext cx="42976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57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plt.bar(['Apple','Banana','Orange'],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[50, 30, 45])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plt.title('Fruit Quantities')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6 &amp;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45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 •  Pie Chart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26060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60604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86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Histogram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numbers into bins &amp; shows frequency.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how data is spread (distribution).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scores of 100 students.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intensity in images.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 in dataset.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841248"/>
            <a:ext cx="4297680" cy="26060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841248"/>
            <a:ext cx="64008" cy="2606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886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 Pie Chart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1280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parts of a whole as slices.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proportions &amp; percentages.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993392"/>
            <a:ext cx="20116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70%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340864"/>
            <a:ext cx="201168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688336"/>
            <a:ext cx="201168" cy="2011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688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C++ 10%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035808"/>
            <a:ext cx="201168" cy="2011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5%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11480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57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plt.hist(data, bins=30,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edgecolor="black")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plt.title("Distribution")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3566160"/>
            <a:ext cx="42976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657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plt.pie(usage, labels=languages,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autopct='%1.1f%%')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plt.title('Language Usage')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8, 9 &amp;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45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 •  Labels  •  Figure Size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269748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743200" cy="36576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41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Colors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color="red" / "blue"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73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HTML hex: "#FF6B35"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Named: "tomato", "navy"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Train=blue, Val=red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47872"/>
            <a:ext cx="2743200" cy="1261872"/>
          </a:xfrm>
          <a:prstGeom prst="rect">
            <a:avLst/>
          </a:prstGeom>
          <a:solidFill>
            <a:srgbClr val="0A1628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11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y, color="red")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z, color="blue")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822960"/>
            <a:ext cx="2743200" cy="269748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22960"/>
            <a:ext cx="27432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841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Labels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plt.xlabel("Epochs")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1673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plt.ylabel("Accuracy")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plt.title("My Model")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plt.legend()  ← Key!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3547872"/>
            <a:ext cx="2743200" cy="12618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611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plt.xlabel("Epochs")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plt.ylabel("Loss")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822960"/>
            <a:ext cx="2743200" cy="269748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822960"/>
            <a:ext cx="2743200" cy="3657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841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Figure Size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figsize=(10, 6) inches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1673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dpi=100 → quality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dpi=300 → publication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Poster: (20, 15)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547872"/>
            <a:ext cx="2743200" cy="1261872"/>
          </a:xfrm>
          <a:prstGeom prst="rect">
            <a:avLst/>
          </a:prstGeom>
          <a:solidFill>
            <a:srgbClr val="0A162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611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figsize=(10, 6),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dpi=100)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2: Intermediate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11-15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50392"/>
            <a:ext cx="8595360" cy="713232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50392"/>
            <a:ext cx="64008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850392"/>
            <a:ext cx="640080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5039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905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19786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 charts in one figure: fig, axes = plt.subplots(2, 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82496"/>
            <a:ext cx="8595360" cy="713232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82496"/>
            <a:ext cx="64008" cy="7132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" y="1682496"/>
            <a:ext cx="640080" cy="7132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168249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&amp; Lines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0299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 &amp; line styles: plt.plot(x, y, 'ro--', 'bs-')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713232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14600"/>
            <a:ext cx="64008" cy="71323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" y="2514600"/>
            <a:ext cx="640080" cy="71323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51460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28620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 important points with arrows &amp; text using plt.annotate()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346704"/>
            <a:ext cx="8595360" cy="713232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46704"/>
            <a:ext cx="64008" cy="71323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6" name="Shape 24"/>
          <p:cNvSpPr/>
          <p:nvPr/>
        </p:nvSpPr>
        <p:spPr>
          <a:xfrm>
            <a:off x="347472" y="3346704"/>
            <a:ext cx="640080" cy="71323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334670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9728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Figures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69417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to PNG/PDF: plt.savefig('plot.png', dpi=300)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78808"/>
            <a:ext cx="64008" cy="7132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2" name="Shape 30"/>
          <p:cNvSpPr/>
          <p:nvPr/>
        </p:nvSpPr>
        <p:spPr>
          <a:xfrm>
            <a:off x="347472" y="4178808"/>
            <a:ext cx="640080" cy="7132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417880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97280" y="4233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Spines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45262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look: plt.grid(True, '--') + hide top/right spines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16-20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45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Visualization Techniques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274320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Twin Axes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2435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Y-axes on same chart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different scales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27432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4708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ax2 = ax1.twinx()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841248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41248"/>
            <a:ext cx="2743200" cy="34747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Heatmaps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12435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correlation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 weights in transformers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801368"/>
            <a:ext cx="27432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84708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plt.imshow(data, cmap="hot")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841248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841248"/>
            <a:ext cx="2743200" cy="34747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0" name="Text 18"/>
          <p:cNvSpPr/>
          <p:nvPr/>
        </p:nvSpPr>
        <p:spPr>
          <a:xfrm>
            <a:off x="6327648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3D Plots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7648" y="12435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boundaries, PCA,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landscape visualization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801368"/>
            <a:ext cx="27432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84708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ax.plot_surface(X, Y, Z)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697480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697480"/>
            <a:ext cx="2743200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724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Custom Ticks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" y="309981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axis labels: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epochs, % formatting, rotation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27432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703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plt.xticks([1,2,3],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['Ep1','Ep2','Ep3'])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2697480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697480"/>
            <a:ext cx="2743200" cy="34747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2" name="Text 30"/>
          <p:cNvSpPr/>
          <p:nvPr/>
        </p:nvSpPr>
        <p:spPr>
          <a:xfrm>
            <a:off x="3355848" y="2724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Styles &amp; Themes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55848" y="309981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professional themes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instant beautification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3657600"/>
            <a:ext cx="27432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3703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plt.style.use(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'seaborn-v0_8-darkgrid')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697480"/>
            <a:ext cx="2743200" cy="169164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697480"/>
            <a:ext cx="2743200" cy="347472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724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Styles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55080" y="3090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seaborn-v0_8-darkgrid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33284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ggplot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356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fivethirtyeight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38039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bmh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4041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dark_background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3: AI/ML/DL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21-25: Real AI/ML Visualizations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94183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941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859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Training Curves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19786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train vs val loss &amp; accuracy over epochs. Shows overfitting, underfitting, early stopping point.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45920"/>
            <a:ext cx="64008" cy="7315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1700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Confusion Matrix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03911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correct vs wrong predictions. Essential for classification model evaluation.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87168"/>
            <a:ext cx="64008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62432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Feature Importance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8803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showing which features most affect model predictions. Critical for explainability.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28416"/>
            <a:ext cx="64008" cy="73152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3465576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Learning Rate Finder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72160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loss vs LR on log scale. Find optimal learning rate — too fast or too slow = bad training.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69664"/>
            <a:ext cx="64008" cy="7315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4306824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ROC Curve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" y="456285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 vs False Positive Rate. AUC score measures classifier performance for binary tasks.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21 — Deep Dive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Visualization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25603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86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Loss Curves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3749040" cy="27432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25880"/>
            <a:ext cx="27432" cy="1645920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1737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Loss  ━━━━━━━━━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Loss    ━ ━ ━ ━ ━ 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874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Overfitting starts here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(val loss increases, train decreases)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model zone: both curves decreasing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841248"/>
            <a:ext cx="4297680" cy="39502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96012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Complete Training Visualization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(ax1, ax2) = plt.subplots(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1, 2, figsize=(12, 4))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ax1.plot(epochs, train_loss,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"b-", label="Train Loss")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ax1.plot(epochs, val_loss,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"r-", label="Val Loss")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ax1.set_xlabel("Epochs")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ax1.set_ylabel("Loss")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ax1.set_title("Model Loss")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ax1.legend()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ax1.grid(True)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4: Advanced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457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26-30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64008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94183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941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859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Animations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19786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FuncAnimation for moving charts — show storm movement, training progress, data changes over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45920"/>
            <a:ext cx="64008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1700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Real-time Plots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03911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plt.ion() for live updating plots. Perfect for live sensor data, stock tickers, heart rate monitors.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87168"/>
            <a:ext cx="64008" cy="73152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624328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Decision Boundaries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8803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plt.contourf() + scatter() to show how ML models separate classes in 2D feature space.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28416"/>
            <a:ext cx="64008" cy="7315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3465576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Error Bars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72160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uncertainty with yerr parameter. Confidence intervals for model comparison across multiple runs.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73152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69664"/>
            <a:ext cx="64008" cy="7315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430682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ML Dashboard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" y="456285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dashboard: Feature Importance + Confusion Matrix + ROC Curve + Metrics + Learning Curve.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Reference Card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97480" cy="402336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69748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412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Plots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82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plt.scatter(x, y)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093976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579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plt.bar(x, 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69464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33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plt.hist(data, bins=30)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plt.pie(sizes)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584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plt.barh(y, x)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822960"/>
            <a:ext cx="2697480" cy="402336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822960"/>
            <a:ext cx="269748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8412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12070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plt.title("Title")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1618488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1682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plt.xlabel("X Label")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2093976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21579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plt.ylabel("Y Label")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37560" y="2569464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2633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37560" y="3044952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plt.grid(True)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37560" y="3520440"/>
            <a:ext cx="251460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3584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plt.xlim(0, 10)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822960"/>
            <a:ext cx="2651760" cy="4023360"/>
          </a:xfrm>
          <a:prstGeom prst="rect">
            <a:avLst/>
          </a:prstGeom>
          <a:solidFill>
            <a:srgbClr val="1A2E4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822960"/>
            <a:ext cx="2651760" cy="34747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841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&amp; Save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12070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1618488"/>
            <a:ext cx="246888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168249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plt.subplots(2, 2)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09360" y="2093976"/>
            <a:ext cx="246888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215798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09360" y="2569464"/>
            <a:ext cx="246888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26334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plt.savefig('f.png')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09360" y="3044952"/>
            <a:ext cx="246888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3108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dpi=300  # HQ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09360" y="3520440"/>
            <a:ext cx="2468880" cy="9144"/>
          </a:xfrm>
          <a:prstGeom prst="rect">
            <a:avLst/>
          </a:prstGeom>
          <a:solidFill>
            <a:srgbClr val="5E7A94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35844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457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mastered Matplotlib for AI/ML/DL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1371600" cy="1371600"/>
          </a:xfrm>
          <a:prstGeom prst="ellipse">
            <a:avLst/>
          </a:prstGeom>
          <a:solidFill>
            <a:srgbClr val="1A2E42"/>
          </a:solidFill>
          <a:ln w="317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420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2514600"/>
            <a:ext cx="1371600" cy="1371600"/>
          </a:xfrm>
          <a:prstGeom prst="ellipse">
            <a:avLst/>
          </a:prstGeom>
          <a:solidFill>
            <a:srgbClr val="1A2E42"/>
          </a:solidFill>
          <a:ln w="3175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5420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Advanced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514600"/>
            <a:ext cx="1371600" cy="1371600"/>
          </a:xfrm>
          <a:prstGeom prst="ellipse">
            <a:avLst/>
          </a:prstGeom>
          <a:solidFill>
            <a:srgbClr val="1A2E42"/>
          </a:solidFill>
          <a:ln w="3175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5420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AI/ML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14600"/>
            <a:ext cx="1371600" cy="1371600"/>
          </a:xfrm>
          <a:prstGeom prst="ellipse">
            <a:avLst/>
          </a:prstGeom>
          <a:solidFill>
            <a:srgbClr val="1A2E42"/>
          </a:solidFill>
          <a:ln w="31750">
            <a:solidFill>
              <a:srgbClr val="9B5D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5420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E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— great visualizations make your AI/ML work truly stand out! 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1473</Words>
  <Application>Microsoft Office PowerPoint</Application>
  <PresentationFormat>On-screen Show (16:9)</PresentationFormat>
  <Paragraphs>269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Matplotlib Complete Guide - AI/ML/DL</dc:title>
  <dc:subject>PptxGenJS Presentation</dc:subject>
  <dc:creator>PptxGenJS</dc:creator>
  <cp:lastModifiedBy>Muhammad Huzifa</cp:lastModifiedBy>
  <cp:revision>2</cp:revision>
  <dcterms:created xsi:type="dcterms:W3CDTF">2026-04-04T16:50:58Z</dcterms:created>
  <dcterms:modified xsi:type="dcterms:W3CDTF">2026-04-30T07:28:22Z</dcterms:modified>
</cp:coreProperties>
</file>